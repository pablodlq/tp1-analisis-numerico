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  <p:sldId id="265" r:id="rId9"/>
    <p:sldId id="261" r:id="rId10"/>
    <p:sldId id="266" r:id="rId11"/>
    <p:sldId id="262" r:id="rId12"/>
    <p:sldId id="267" r:id="rId13"/>
    <p:sldId id="268" r:id="rId1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4" autoAdjust="0"/>
  </p:normalViewPr>
  <p:slideViewPr>
    <p:cSldViewPr snapToGrid="0">
      <p:cViewPr varScale="1">
        <p:scale>
          <a:sx n="106" d="100"/>
          <a:sy n="106" d="100"/>
        </p:scale>
        <p:origin x="84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E86D2-A308-88BF-921D-5EB1F7C18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42AA3-EB96-1E96-A18F-6E3DE1907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82D4E-2688-C4FF-380F-D519E13BC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BCF10-AEBB-7D2D-F4AE-0596F58F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BEBCF-C024-A696-35D3-DA67B3B67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62173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D44F6-8B37-2109-92F6-2D020E12A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A5DD5-943D-F690-C101-48C4A768D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9E87C-A224-E8FA-2822-9F1F678DD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0C377-A5FF-F76E-2B0F-8C5DA933C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64E24-1785-DA39-51C5-A6D8C5C0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3791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BA9BE-C945-DFA5-F610-B0DB5C42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7186F-2F3C-BB60-A6BE-530B76D7E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0E041-BD04-4409-47DF-AD57DB81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B1919-EA17-3D49-A15D-CA94EF669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8F0ED-D961-5FEA-93BD-ED4909D0F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8062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7ACD-2870-A249-1F14-1E832EBCE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8834B-5176-3E88-D9C8-8499E68BD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51109-E003-2DA4-0BD7-DFB4EB5B4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B44BD3-796A-945A-9E6C-2A93134A4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88C348-436E-3B1C-232F-C5862CB95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69164-355C-1350-B343-F61B677A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64006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6E460-964F-C158-15E1-CAFC4C2C6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2FC43-50DD-B177-1322-8115454C6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9CB52-8378-F6EA-6728-574587962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6C14D-3D5C-EF0B-F7BC-1628BE09F5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33B73A-B15F-AF6B-F033-23C0FDF1BD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45D0C0-FD02-7CBF-125B-C7AF885CB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F63B5-0781-5089-F410-E85EE03D0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B2002-A9E3-7F3D-08DF-12D633A30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880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0EAA-9ACA-F057-85B4-DA00E2FCA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86225E-FFD4-23A2-73B3-3F149EA28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54F7F-1E8A-53D5-EA80-2D7A8959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DCCB3-0041-D75B-9405-E7423C66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1818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AF778A-02DA-743D-D1FD-19771A3E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D71DEA-325A-D1BA-F0C0-40035E927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53A2F-2962-04CB-F73E-7579ADBF8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61524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8776B-F109-5B12-F648-0BD361E2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8560-9CD4-D654-30D7-DBE26101F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45D1E-D1BB-2508-7726-20C2221C5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6F692-3142-7F6D-A205-10D762FD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49DCF-A84A-4AC4-2DF8-47E51540F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3EDF5-3053-FE05-20DB-3101C8839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4307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97FA-2310-B1DB-27C6-80FD33373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E11826-8E41-60D3-417A-850025A7EC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78AE1-7D67-11C6-002C-CF85E7E5F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7772D-5B10-13F8-5A9C-5A2B0030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5D4CF-A54F-297F-90D8-03531802D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EFDF5-30C1-A8CF-FD6D-F4A095445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113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99C4-D37F-6857-1E8D-90AA5B1B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A585C-C62E-B245-AAF4-CD3D22DC3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F6368-6A62-E149-CD8C-7D6C1CEC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C3FE8-6ADD-523A-66F8-5D2E333D0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8B18B-D3FD-2FB5-D958-EC6807021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2097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BDCACE-804F-3534-25CD-600336767C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D6F26-DB72-0CF7-43E5-049C2B14E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7CAF9-C78F-FEF9-8CB9-965FC7395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03E-2764-4B99-99D4-7641188959DA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6ED10-1DD3-6099-A987-CD3E4FCE6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6706D-19E8-DF6B-3724-A2D7EE515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E3905-90AD-42E2-9F49-40185DA87635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34615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4AC5C6-540A-D3D4-BC74-6E6D77DD0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D94B6-203D-46BD-D32B-51C00CAE1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C2AC0-F921-16D5-D445-84E89E3B3E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0703E-2764-4B99-99D4-7641188959DA}" type="datetimeFigureOut">
              <a:rPr lang="es-AR" smtClean="0"/>
              <a:t>21/4/2026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83CE9-0111-E1FD-CD23-ED90AFA1CD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43C5B-8BA2-40D1-0B0E-52837DD50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8E3905-90AD-42E2-9F49-40185DA87635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678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F544-5A4C-8195-AFAB-61EF0E25D0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Trabajo práctico 1:</a:t>
            </a:r>
            <a:br>
              <a:rPr lang="es-AR" dirty="0"/>
            </a:br>
            <a:r>
              <a:rPr lang="es-AR" dirty="0"/>
              <a:t>Estimación de velocidad mediante análisis espectral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4A903-0078-21C1-2539-0F063950CB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AR" dirty="0"/>
              <a:t>Asignatura: Análisis Numérico</a:t>
            </a:r>
          </a:p>
          <a:p>
            <a:r>
              <a:rPr lang="es-AR" dirty="0"/>
              <a:t>Integrantes: Mauricio Acosta, Federico </a:t>
            </a:r>
            <a:r>
              <a:rPr lang="es-AR" dirty="0" err="1"/>
              <a:t>Bleuel</a:t>
            </a:r>
            <a:r>
              <a:rPr lang="es-AR" dirty="0"/>
              <a:t>, Marcos </a:t>
            </a:r>
            <a:r>
              <a:rPr lang="es-AR" dirty="0" err="1"/>
              <a:t>Bude</a:t>
            </a:r>
            <a:r>
              <a:rPr lang="es-AR" dirty="0"/>
              <a:t>, Pablo </a:t>
            </a:r>
            <a:r>
              <a:rPr lang="es-AR"/>
              <a:t>Dellacqua</a:t>
            </a:r>
            <a:endParaRPr lang="es-AR" dirty="0"/>
          </a:p>
          <a:p>
            <a:r>
              <a:rPr lang="es-AR" dirty="0"/>
              <a:t>UTN - FRSF</a:t>
            </a:r>
          </a:p>
        </p:txBody>
      </p:sp>
    </p:spTree>
    <p:extLst>
      <p:ext uri="{BB962C8B-B14F-4D97-AF65-F5344CB8AC3E}">
        <p14:creationId xmlns:p14="http://schemas.microsoft.com/office/powerpoint/2010/main" val="63076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623B-4377-4471-04A1-2B3863EBD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Introducción y Objetivos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B0ABF-060B-B95E-11F0-48F018086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Objetivo principal: Determinar la velocidad de desplazamiento de ambulancias mediante procesamiento digital de señales.</a:t>
            </a:r>
          </a:p>
          <a:p>
            <a:r>
              <a:rPr lang="es-AR" dirty="0"/>
              <a:t>Condiciones: Grabaciones con ruido proveniente del entorno urbano.</a:t>
            </a:r>
          </a:p>
          <a:p>
            <a:r>
              <a:rPr lang="es-AR" dirty="0"/>
              <a:t>Escenarios a analizar:</a:t>
            </a:r>
          </a:p>
          <a:p>
            <a:pPr lvl="1"/>
            <a:r>
              <a:rPr lang="es-AR" dirty="0"/>
              <a:t>Sirena 1: Frecuencia constante.</a:t>
            </a:r>
          </a:p>
          <a:p>
            <a:pPr lvl="1"/>
            <a:r>
              <a:rPr lang="es-AR" dirty="0"/>
              <a:t>Sirena 2: Frecuencia variable.</a:t>
            </a:r>
          </a:p>
          <a:p>
            <a:r>
              <a:rPr lang="es-AR" dirty="0"/>
              <a:t>Herramientas: Transformada Rápida de Fourier (FFT) y de Tiempo Corto (STFT).</a:t>
            </a:r>
          </a:p>
        </p:txBody>
      </p:sp>
    </p:spTree>
    <p:extLst>
      <p:ext uri="{BB962C8B-B14F-4D97-AF65-F5344CB8AC3E}">
        <p14:creationId xmlns:p14="http://schemas.microsoft.com/office/powerpoint/2010/main" val="128730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88C2-7660-DE32-DAAA-8FC0C70FF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Inciso 1 – Análisis inicial y filtrado de señales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7F160-31C4-BFD8-21D0-67BF6B783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Carga de datos: Frecuencia de muestreo = 44100 Hz, duración = 8.00 s.</a:t>
            </a:r>
          </a:p>
          <a:p>
            <a:r>
              <a:rPr lang="es-AR" dirty="0"/>
              <a:t>Problema: Señales extremadamente ruidosas con una relación señal-ruido (SNR) demasiado baja.</a:t>
            </a:r>
          </a:p>
          <a:p>
            <a:r>
              <a:rPr lang="es-AR" dirty="0"/>
              <a:t>Solución: Aplicación de un filtro digital por convolución tipo Paso-Banda.</a:t>
            </a:r>
          </a:p>
          <a:p>
            <a:r>
              <a:rPr lang="es-AR" dirty="0"/>
              <a:t>Frecuencias de corte (determinadas por FFT):</a:t>
            </a:r>
          </a:p>
          <a:p>
            <a:pPr lvl="1"/>
            <a:r>
              <a:rPr lang="es-AR" dirty="0"/>
              <a:t>Sirena 1: </a:t>
            </a:r>
            <a:r>
              <a:rPr lang="en-US" dirty="0"/>
              <a:t>[940, 1050] Hz.</a:t>
            </a:r>
          </a:p>
          <a:p>
            <a:pPr lvl="1"/>
            <a:r>
              <a:rPr lang="en-US" dirty="0"/>
              <a:t>Sirena 2: [1200, 1500] Hz.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72927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2CF9F-447A-4EE0-80CF-619E569A6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Inciso 1 – Análisis inicial y filtrado de señales</a:t>
            </a:r>
            <a:br>
              <a:rPr lang="es-AR" dirty="0"/>
            </a:br>
            <a:r>
              <a:rPr lang="es-AR" dirty="0"/>
              <a:t>	</a:t>
            </a:r>
            <a:r>
              <a:rPr lang="es-AR" sz="2800" dirty="0"/>
              <a:t>Antes y después del filtrado digital Paso-Banda (Sirena 1)</a:t>
            </a:r>
            <a:endParaRPr lang="es-AR" sz="3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F3D17A-5932-0F97-E14E-1A2FF38EF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5" t="7240" r="7458" b="4988"/>
          <a:stretch>
            <a:fillRect/>
          </a:stretch>
        </p:blipFill>
        <p:spPr bwMode="auto">
          <a:xfrm>
            <a:off x="552450" y="2572543"/>
            <a:ext cx="554355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n 1">
            <a:extLst>
              <a:ext uri="{FF2B5EF4-FFF2-40B4-BE49-F238E27FC236}">
                <a16:creationId xmlns:a16="http://schemas.microsoft.com/office/drawing/2014/main" id="{E7A80151-639A-8AF0-805B-ED879EF797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226"/>
          <a:stretch>
            <a:fillRect/>
          </a:stretch>
        </p:blipFill>
        <p:spPr bwMode="auto">
          <a:xfrm>
            <a:off x="6096000" y="3260066"/>
            <a:ext cx="5407690" cy="148245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75120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3984-19C9-1AE0-8A9C-EBCE4B01C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Inciso</a:t>
            </a:r>
            <a:r>
              <a:rPr lang="en-US" dirty="0"/>
              <a:t> 2 – </a:t>
            </a:r>
            <a:r>
              <a:rPr lang="en-US" dirty="0" err="1"/>
              <a:t>Efecto</a:t>
            </a:r>
            <a:r>
              <a:rPr lang="en-US" dirty="0"/>
              <a:t> Doppler </a:t>
            </a:r>
            <a:r>
              <a:rPr lang="en-US" dirty="0" err="1"/>
              <a:t>en</a:t>
            </a:r>
            <a:r>
              <a:rPr lang="en-US" dirty="0"/>
              <a:t> la Sirena 1</a:t>
            </a:r>
            <a:endParaRPr lang="es-A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6A0C-4BA1-322E-52A6-0173D52D9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</a:t>
            </a:r>
            <a:r>
              <a:rPr lang="es-AR" dirty="0" err="1"/>
              <a:t>álisis</a:t>
            </a:r>
            <a:r>
              <a:rPr lang="es-AR" dirty="0"/>
              <a:t> en ventanas temporales de 0.5 segundos.</a:t>
            </a:r>
          </a:p>
          <a:p>
            <a:r>
              <a:rPr lang="es-AR" dirty="0"/>
              <a:t>Observación: La frecuencia varía según la distancia entre la ambulancia y el micrófono.</a:t>
            </a:r>
          </a:p>
          <a:p>
            <a:pPr lvl="1"/>
            <a:r>
              <a:rPr lang="es-AR" dirty="0"/>
              <a:t>Inicio (acercándose): 1062 Hz.</a:t>
            </a:r>
          </a:p>
          <a:p>
            <a:pPr lvl="1"/>
            <a:r>
              <a:rPr lang="es-AR" dirty="0"/>
              <a:t>Medio (pasando): </a:t>
            </a:r>
            <a:r>
              <a:rPr lang="en-US" dirty="0"/>
              <a:t>~</a:t>
            </a:r>
            <a:r>
              <a:rPr lang="es-AR" dirty="0"/>
              <a:t>966 Hz.</a:t>
            </a:r>
          </a:p>
          <a:p>
            <a:pPr lvl="1"/>
            <a:r>
              <a:rPr lang="es-AR" dirty="0"/>
              <a:t>Final (alejándose): 649 Hz.</a:t>
            </a:r>
          </a:p>
          <a:p>
            <a:r>
              <a:rPr lang="es-AR" dirty="0"/>
              <a:t>Fenómeno físico: Efecto Doppler (cambio en la longitud de onda percibida).</a:t>
            </a:r>
          </a:p>
        </p:txBody>
      </p:sp>
    </p:spTree>
    <p:extLst>
      <p:ext uri="{BB962C8B-B14F-4D97-AF65-F5344CB8AC3E}">
        <p14:creationId xmlns:p14="http://schemas.microsoft.com/office/powerpoint/2010/main" val="322320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4EBF-BB09-B432-FEB0-B7FE3B625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Inciso 2 – Cálculo de velocidad (sirena 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8B410-DB27-A2B1-344C-4ABCE3EB55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AR" dirty="0"/>
                  <a:t>Uso de la fórmula matemática del efecto Doppler: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AR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A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sSub>
                                <m:sSubPr>
                                  <m:ctrlP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s-AR" sz="2400" i="1">
                          <a:latin typeface="Cambria Math" panose="02040503050406030204" pitchFamily="18" charset="0"/>
                        </a:rPr>
                        <m:t>.</m:t>
                      </m:r>
                      <m:sSub>
                        <m:sSubPr>
                          <m:ctrlPr>
                            <a:rPr lang="es-A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A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s-AR" sz="2400" dirty="0"/>
              </a:p>
              <a:p>
                <a:r>
                  <a:rPr lang="es-AR" dirty="0"/>
                  <a:t>Frecuencia original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s-AR" b="0" i="1" smtClean="0">
                        <a:latin typeface="Cambria Math" panose="02040503050406030204" pitchFamily="18" charset="0"/>
                      </a:rPr>
                      <m:t>=1003,38 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𝐻𝑧</m:t>
                    </m:r>
                  </m:oMath>
                </a14:m>
                <a:r>
                  <a:rPr lang="es-AR" dirty="0"/>
                  <a:t>. Estimada promediando las frecuencias pico.</a:t>
                </a:r>
              </a:p>
              <a:p>
                <a:r>
                  <a:rPr lang="es-AR" dirty="0"/>
                  <a:t>Promedio de velocidades calculadas al acercarse y alejarse.</a:t>
                </a:r>
              </a:p>
              <a:p>
                <a:r>
                  <a:rPr lang="es-AR" dirty="0"/>
                  <a:t>Resultado final: 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𝑉𝑒𝑙𝑜𝑐𝑖𝑑𝑎𝑑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𝑒𝑠𝑡𝑖𝑚𝑎𝑑𝑎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=67,42 </m:t>
                    </m:r>
                    <m:f>
                      <m:f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s-AR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18,73 </m:t>
                        </m:r>
                        <m:f>
                          <m:fPr>
                            <m:ctrlPr>
                              <a:rPr lang="es-A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  <m:r>
                      <a:rPr lang="es-AR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8B410-DB27-A2B1-344C-4ABCE3EB55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010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CDAFDF3E-3D98-A3EB-0429-FCE9609B8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612" y="1729581"/>
            <a:ext cx="5438775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775248-D895-DB5D-33F4-BE5D5037B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Inciso 2 – Cálculo de velocidad (sirena 1)</a:t>
            </a:r>
            <a:br>
              <a:rPr lang="es-AR" dirty="0"/>
            </a:br>
            <a:r>
              <a:rPr lang="es-AR" dirty="0"/>
              <a:t>	</a:t>
            </a:r>
            <a:r>
              <a:rPr lang="es-AR" sz="2400" dirty="0"/>
              <a:t>Desplazamiento del pico de frecuencia debido al efecto Doppler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69990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C5ED4-D159-BB30-977E-FF8AC24A5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Sirena 1 – Cálculo de velocidad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77BC0DA7-F322-71C7-A1F8-122B233E1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312" y="4323681"/>
            <a:ext cx="5400675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B4881E4-20EF-17CA-8D3D-E038EDEEA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12"/>
          <a:stretch>
            <a:fillRect/>
          </a:stretch>
        </p:blipFill>
        <p:spPr bwMode="auto">
          <a:xfrm>
            <a:off x="561975" y="1825625"/>
            <a:ext cx="540067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>
            <a:extLst>
              <a:ext uri="{FF2B5EF4-FFF2-40B4-BE49-F238E27FC236}">
                <a16:creationId xmlns:a16="http://schemas.microsoft.com/office/drawing/2014/main" id="{7AE72CD0-540E-DB24-99DF-9A3AACD32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650" y="1825625"/>
            <a:ext cx="539115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690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E05E-B64B-5372-E4D4-EC7386381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Inciso 3 – Dificultades con la sirena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5A9D1-686C-C69B-106E-CDF0E2524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Sirena de banda más alta y variación mucho mayor (entre 600 Hz y 1500 Hz).</a:t>
            </a:r>
          </a:p>
          <a:p>
            <a:r>
              <a:rPr lang="es-AR" dirty="0"/>
              <a:t>Variación inconsistente: Imposibilita el uso de la fórmula para frecuencia constante.</a:t>
            </a:r>
          </a:p>
          <a:p>
            <a:r>
              <a:rPr lang="es-AR" dirty="0"/>
              <a:t>Problema principal: Relación señal-ruido baja que desestabiliza la medición.</a:t>
            </a:r>
          </a:p>
          <a:p>
            <a:r>
              <a:rPr lang="es-AR" dirty="0"/>
              <a:t>Consecuencia: Localización de picos errática. Aparecen fluctuaciones en las frecuencias.</a:t>
            </a:r>
          </a:p>
        </p:txBody>
      </p:sp>
    </p:spTree>
    <p:extLst>
      <p:ext uri="{BB962C8B-B14F-4D97-AF65-F5344CB8AC3E}">
        <p14:creationId xmlns:p14="http://schemas.microsoft.com/office/powerpoint/2010/main" val="3279475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D68F6-FD46-4B81-9644-27A1422DD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Posible diapositiva – tabla 17-18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4EFBB-3FA8-B6DD-D414-DE2AF80A5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Mostrar múltiples picos inconsistentes a lo largo de sirena_2.wav</a:t>
            </a:r>
          </a:p>
          <a:p>
            <a:r>
              <a:rPr lang="es-AR" dirty="0"/>
              <a:t>¿Necesario?</a:t>
            </a:r>
          </a:p>
          <a:p>
            <a:r>
              <a:rPr lang="es-AR" dirty="0"/>
              <a:t>Ejemplo:</a:t>
            </a:r>
          </a:p>
          <a:p>
            <a:endParaRPr lang="es-AR" dirty="0"/>
          </a:p>
        </p:txBody>
      </p:sp>
      <p:pic>
        <p:nvPicPr>
          <p:cNvPr id="4" name="Imagen 8">
            <a:extLst>
              <a:ext uri="{FF2B5EF4-FFF2-40B4-BE49-F238E27FC236}">
                <a16:creationId xmlns:a16="http://schemas.microsoft.com/office/drawing/2014/main" id="{128392FE-5502-5847-8F8D-2608BB1642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277" y="2725820"/>
            <a:ext cx="4305446" cy="3574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560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2595B-B785-A79F-9373-44C4EB5EB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3600" dirty="0"/>
              <a:t>Incisos 4 y 5 – Espectrogramas y Resultados (sirena 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61C45C-06AB-30FC-04E8-FBDDACA31A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s-AR" dirty="0"/>
                  <a:t>Generación de espectrogramas en distintas ventanas.</a:t>
                </a:r>
              </a:p>
              <a:p>
                <a:r>
                  <a:rPr lang="es-AR" dirty="0"/>
                  <a:t>Mejor resolución visual: Intervalos de 0,1 segundos.</a:t>
                </a:r>
              </a:p>
              <a:p>
                <a:r>
                  <a:rPr lang="es-AR" dirty="0"/>
                  <a:t>Análisis visual: Oscilación alrededor de los 1000 Hz.</a:t>
                </a:r>
              </a:p>
              <a:p>
                <a:r>
                  <a:rPr lang="es-AR" dirty="0"/>
                  <a:t>Instante del cruce: La ambulancia pasa al frente del micrófono en el instante (3,8-3,9) s.</a:t>
                </a:r>
              </a:p>
              <a:p>
                <a:r>
                  <a:rPr lang="es-AR" dirty="0"/>
                  <a:t>Resultado final: 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𝑉𝑒𝑙𝑜𝑐𝑖𝑑𝑎𝑑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𝑒𝑠𝑡𝑖𝑚𝑎𝑑𝑎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=122,74 </m:t>
                    </m:r>
                    <m:f>
                      <m:f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𝑘𝑚</m:t>
                        </m:r>
                      </m:num>
                      <m:den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s-AR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s-A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34,09 </m:t>
                        </m:r>
                        <m:f>
                          <m:fPr>
                            <m:ctrlPr>
                              <a:rPr lang="es-A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e>
                    </m:d>
                    <m:r>
                      <a:rPr lang="es-AR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61C45C-06AB-30FC-04E8-FBDDACA31A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40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5023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39881-58A4-0CDA-586E-9B5569704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14859"/>
          </a:xfrm>
        </p:spPr>
        <p:txBody>
          <a:bodyPr>
            <a:normAutofit/>
          </a:bodyPr>
          <a:lstStyle/>
          <a:p>
            <a:r>
              <a:rPr lang="es-AR" sz="3600" dirty="0"/>
              <a:t>Incisos 4 y 5 – Espectrogramas y Resultados (sirena 2)</a:t>
            </a:r>
            <a:br>
              <a:rPr lang="es-AR" dirty="0"/>
            </a:br>
            <a:r>
              <a:rPr lang="es-AR" dirty="0"/>
              <a:t>	</a:t>
            </a:r>
            <a:r>
              <a:rPr lang="es-AR" sz="2400" dirty="0"/>
              <a:t>Espectrograma de sirena 2 con intervalo de 0,1s  y función fundamental</a:t>
            </a:r>
            <a:endParaRPr lang="es-AR" dirty="0"/>
          </a:p>
        </p:txBody>
      </p:sp>
      <p:pic>
        <p:nvPicPr>
          <p:cNvPr id="4" name="Imagen 9">
            <a:extLst>
              <a:ext uri="{FF2B5EF4-FFF2-40B4-BE49-F238E27FC236}">
                <a16:creationId xmlns:a16="http://schemas.microsoft.com/office/drawing/2014/main" id="{25CE3155-7744-BE01-4B33-486879B058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3395" y="2279984"/>
            <a:ext cx="6425210" cy="35236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1368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83B5D95-C7E1-F99F-149A-08EB91B4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14859"/>
          </a:xfrm>
        </p:spPr>
        <p:txBody>
          <a:bodyPr>
            <a:normAutofit/>
          </a:bodyPr>
          <a:lstStyle/>
          <a:p>
            <a:r>
              <a:rPr lang="es-AR" sz="3600" dirty="0"/>
              <a:t>Incisos 4 y 5 – Espectrogramas y Resultados (sirena 2)</a:t>
            </a:r>
            <a:br>
              <a:rPr lang="es-AR" dirty="0"/>
            </a:br>
            <a:r>
              <a:rPr lang="es-AR" dirty="0"/>
              <a:t>	</a:t>
            </a:r>
            <a:r>
              <a:rPr lang="es-AR" sz="2400" dirty="0"/>
              <a:t>Cálculo de velocidad a partir del trazado de la función de Doppler</a:t>
            </a:r>
            <a:endParaRPr lang="es-AR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904932B-2D6F-2E5C-E2A9-E0AFE63EC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3195" y="2448427"/>
            <a:ext cx="8425610" cy="3105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6816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549</Words>
  <Application>Microsoft Office PowerPoint</Application>
  <PresentationFormat>Widescreen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Trabajo práctico 1: Estimación de velocidad mediante análisis espectral</vt:lpstr>
      <vt:lpstr>Introducción y Objetivos</vt:lpstr>
      <vt:lpstr>Inciso 1 – Análisis inicial y filtrado de señales</vt:lpstr>
      <vt:lpstr>Inciso 1 – Análisis inicial y filtrado de señales  Antes y después del filtrado digital Paso-Banda (Sirena 1)</vt:lpstr>
      <vt:lpstr>Inciso 2 – Efecto Doppler en la Sirena 1</vt:lpstr>
      <vt:lpstr>Inciso 2 – Cálculo de velocidad (sirena 1)</vt:lpstr>
      <vt:lpstr>Inciso 2 – Cálculo de velocidad (sirena 1)  Desplazamiento del pico de frecuencia debido al efecto Doppler</vt:lpstr>
      <vt:lpstr>Sirena 1 – Cálculo de velocidad</vt:lpstr>
      <vt:lpstr>Inciso 3 – Dificultades con la sirena 2</vt:lpstr>
      <vt:lpstr>Posible diapositiva – tabla 17-18</vt:lpstr>
      <vt:lpstr>Incisos 4 y 5 – Espectrogramas y Resultados (sirena 2)</vt:lpstr>
      <vt:lpstr>Incisos 4 y 5 – Espectrogramas y Resultados (sirena 2)  Espectrograma de sirena 2 con intervalo de 0,1s  y función fundamental</vt:lpstr>
      <vt:lpstr>Incisos 4 y 5 – Espectrogramas y Resultados (sirena 2)  Cálculo de velocidad a partir del trazado de la función de Doppler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Mauricio Nicolas Acosta</dc:creator>
  <cp:lastModifiedBy>Mauricio Nicolas Acosta</cp:lastModifiedBy>
  <cp:revision>3</cp:revision>
  <dcterms:created xsi:type="dcterms:W3CDTF">2026-04-21T23:14:16Z</dcterms:created>
  <dcterms:modified xsi:type="dcterms:W3CDTF">2026-04-22T01:52:51Z</dcterms:modified>
</cp:coreProperties>
</file>